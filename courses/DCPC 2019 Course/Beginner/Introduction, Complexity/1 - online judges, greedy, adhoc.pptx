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041F2-B2C6-4ED0-AB43-F898D263703C}" type="datetimeFigureOut">
              <a:rPr lang="en-US" smtClean="0"/>
              <a:pPr/>
              <a:t>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4038C-F786-4659-A841-17C22C34FF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codeforces.com/problemset/problem/131/A" TargetMode="External"/><Relationship Id="rId2" Type="http://schemas.openxmlformats.org/officeDocument/2006/relationships/hyperlink" Target="http://codeforces.com/problemset/problem/118/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codeforces.com/problemset/problem/584/C" TargetMode="External"/><Relationship Id="rId5" Type="http://schemas.openxmlformats.org/officeDocument/2006/relationships/hyperlink" Target="http://codeforces.com/problemset/problem/246/B" TargetMode="External"/><Relationship Id="rId4" Type="http://schemas.openxmlformats.org/officeDocument/2006/relationships/hyperlink" Target="http://codeforces.com/problemset/problem/439/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6576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	Created By:</a:t>
            </a:r>
            <a:br>
              <a:rPr lang="en-US" dirty="0" smtClean="0"/>
            </a:br>
            <a:r>
              <a:rPr lang="en-US" dirty="0" smtClean="0"/>
              <a:t>	Mohammad </a:t>
            </a:r>
            <a:r>
              <a:rPr lang="en-US" dirty="0" err="1" smtClean="0"/>
              <a:t>Shahoud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33400" y="990600"/>
            <a:ext cx="7696200" cy="1905000"/>
          </a:xfrm>
        </p:spPr>
        <p:txBody>
          <a:bodyPr>
            <a:noAutofit/>
          </a:bodyPr>
          <a:lstStyle/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4400" b="1" dirty="0" smtClean="0">
                <a:solidFill>
                  <a:schemeClr val="tx1"/>
                </a:solidFill>
              </a:rPr>
              <a:t>Online Judges, </a:t>
            </a:r>
            <a:r>
              <a:rPr lang="en-US" sz="4400" b="1" dirty="0" err="1" smtClean="0">
                <a:solidFill>
                  <a:schemeClr val="tx1"/>
                </a:solidFill>
              </a:rPr>
              <a:t>Adhoc</a:t>
            </a:r>
            <a:r>
              <a:rPr lang="en-US" sz="4400" b="1" dirty="0" smtClean="0">
                <a:solidFill>
                  <a:schemeClr val="tx1"/>
                </a:solidFill>
              </a:rPr>
              <a:t>, Greedy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The Problem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Every problem has: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1 – Text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 – Input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3 – Output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4 – Sample input (1 or more)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5 – Sample output (1 or more)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Be careful about the restrictions on the input and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Judge Response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Accepted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Wrong Answer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Time Limit Exceeded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Runtime Error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Compilation Error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Presentation Error (ACM contests)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Online Judges 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1 – </a:t>
            </a:r>
            <a:r>
              <a:rPr lang="en-US" dirty="0" err="1" smtClean="0">
                <a:solidFill>
                  <a:schemeClr val="tx1"/>
                </a:solidFill>
              </a:rPr>
              <a:t>Codeforces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 – </a:t>
            </a:r>
            <a:r>
              <a:rPr lang="en-US" dirty="0" err="1" smtClean="0">
                <a:solidFill>
                  <a:schemeClr val="tx1"/>
                </a:solidFill>
              </a:rPr>
              <a:t>Topcoder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3 – </a:t>
            </a:r>
            <a:r>
              <a:rPr lang="en-US" dirty="0" err="1" smtClean="0">
                <a:solidFill>
                  <a:schemeClr val="tx1"/>
                </a:solidFill>
              </a:rPr>
              <a:t>Uva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online judge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4 – </a:t>
            </a:r>
            <a:r>
              <a:rPr lang="en-US" dirty="0" err="1" smtClean="0">
                <a:solidFill>
                  <a:schemeClr val="tx1"/>
                </a:solidFill>
              </a:rPr>
              <a:t>Spoj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5 – A2oj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I/O in C++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1 - Read until the end of input.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 – Read until `n` = 0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	    (1)				 (2)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sz="1800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895600"/>
            <a:ext cx="3124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2895600"/>
            <a:ext cx="3429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I/O with files</a:t>
            </a:r>
          </a:p>
          <a:p>
            <a:pPr algn="l"/>
            <a:endParaRPr lang="en-US" b="1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Reading &amp; Writing from/to files: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819400"/>
            <a:ext cx="5752826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err="1" smtClean="0">
                <a:solidFill>
                  <a:schemeClr val="tx1"/>
                </a:solidFill>
              </a:rPr>
              <a:t>Adhoc</a:t>
            </a:r>
            <a:r>
              <a:rPr lang="en-US" b="1" dirty="0" smtClean="0">
                <a:solidFill>
                  <a:schemeClr val="tx1"/>
                </a:solidFill>
              </a:rPr>
              <a:t> Problems</a:t>
            </a:r>
          </a:p>
          <a:p>
            <a:pPr algn="l"/>
            <a:endParaRPr lang="en-US" b="1" dirty="0" smtClean="0">
              <a:solidFill>
                <a:schemeClr val="tx1"/>
              </a:solidFill>
            </a:endParaRPr>
          </a:p>
          <a:p>
            <a:pPr algn="l"/>
            <a:r>
              <a:rPr lang="en-US" b="1" dirty="0" err="1" smtClean="0">
                <a:solidFill>
                  <a:schemeClr val="tx1"/>
                </a:solidFill>
              </a:rPr>
              <a:t>Adhoc</a:t>
            </a:r>
            <a:r>
              <a:rPr lang="en-US" dirty="0" smtClean="0">
                <a:solidFill>
                  <a:schemeClr val="tx1"/>
                </a:solidFill>
              </a:rPr>
              <a:t> generally signifies a solution designed for a specific problem or task, non-</a:t>
            </a:r>
            <a:r>
              <a:rPr lang="en-US" dirty="0" err="1" smtClean="0">
                <a:solidFill>
                  <a:schemeClr val="tx1"/>
                </a:solidFill>
              </a:rPr>
              <a:t>generalizable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Usually they’re easy problems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No algorithms needed to solve </a:t>
            </a:r>
            <a:r>
              <a:rPr lang="en-US" dirty="0" smtClean="0">
                <a:solidFill>
                  <a:schemeClr val="tx1"/>
                </a:solidFill>
                <a:sym typeface="Wingdings" pitchFamily="2" charset="2"/>
              </a:rPr>
              <a:t>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81000"/>
            <a:ext cx="7734300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Greedy Algorithms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Do locally optimal choice at each stage with the hope of finding a global optimum.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Usually greedy algorithms are easy to implement and most of the time are quite efficient.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Activity Selection Problem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286000"/>
            <a:ext cx="7467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75" y="519113"/>
            <a:ext cx="7715250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92798"/>
            <a:ext cx="7939087" cy="616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Another Problem?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Given `n` integers, find the length of the longest increasing subsequence such that all elements of the subsequence are sorted in increasing order.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{ 7, 8, 2, 4, 7, 9 }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Answer: 4 {2, 4, 7, 9}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{2, 7, 1, 9} </a:t>
            </a: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Answer: 3 {2, 7, 9} </a:t>
            </a:r>
          </a:p>
          <a:p>
            <a:pPr algn="l"/>
            <a:r>
              <a:rPr lang="en-US" b="1" dirty="0" smtClean="0">
                <a:solidFill>
                  <a:schemeClr val="tx1"/>
                </a:solidFill>
              </a:rPr>
              <a:t>Greedy will not work!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609600"/>
            <a:ext cx="7315200" cy="5410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Problems To Practice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pPr algn="l"/>
            <a:r>
              <a:rPr lang="en-US" b="1" dirty="0" err="1" smtClean="0">
                <a:solidFill>
                  <a:schemeClr val="tx1"/>
                </a:solidFill>
              </a:rPr>
              <a:t>Adhoc</a:t>
            </a:r>
            <a:r>
              <a:rPr lang="en-US" b="1" dirty="0" smtClean="0">
                <a:solidFill>
                  <a:schemeClr val="tx1"/>
                </a:solidFill>
              </a:rPr>
              <a:t>: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  <a:hlinkClick r:id="rId2"/>
              </a:rPr>
              <a:t>http://codeforces.com/problemset/problem/118/A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/>
            <a:r>
              <a:rPr lang="en-US" sz="2400" dirty="0" smtClean="0">
                <a:solidFill>
                  <a:schemeClr val="tx1"/>
                </a:solidFill>
                <a:hlinkClick r:id="rId3"/>
              </a:rPr>
              <a:t>http://codeforces.com/problemset/problem/131/A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/>
            <a:endParaRPr lang="en-US" sz="2400" dirty="0" smtClean="0">
              <a:solidFill>
                <a:schemeClr val="tx1"/>
              </a:solidFill>
            </a:endParaRPr>
          </a:p>
          <a:p>
            <a:pPr algn="l"/>
            <a:r>
              <a:rPr lang="en-US" b="1" dirty="0" smtClean="0">
                <a:solidFill>
                  <a:schemeClr val="tx1"/>
                </a:solidFill>
              </a:rPr>
              <a:t>Greedy: </a:t>
            </a:r>
          </a:p>
          <a:p>
            <a:pPr algn="l"/>
            <a:r>
              <a:rPr lang="en-US" sz="2400" dirty="0" smtClean="0">
                <a:solidFill>
                  <a:schemeClr val="tx1"/>
                </a:solidFill>
                <a:hlinkClick r:id="rId4"/>
              </a:rPr>
              <a:t>http://codeforces.com/problemset/problem/439/B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/>
            <a:r>
              <a:rPr lang="en-US" sz="2400" dirty="0" smtClean="0">
                <a:solidFill>
                  <a:schemeClr val="tx1"/>
                </a:solidFill>
                <a:hlinkClick r:id="rId5"/>
              </a:rPr>
              <a:t>http://codeforces.com/problemset/problem/246/B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/>
            <a:r>
              <a:rPr lang="en-US" sz="2400" dirty="0" smtClean="0">
                <a:solidFill>
                  <a:schemeClr val="tx1"/>
                </a:solidFill>
                <a:hlinkClick r:id="rId6"/>
              </a:rPr>
              <a:t>http://codeforces.com/problemset/problem/584/C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240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Created By:  Mohammad Shahoud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Mohammad</dc:creator>
  <cp:lastModifiedBy>Mohammad</cp:lastModifiedBy>
  <cp:revision>59</cp:revision>
  <dcterms:created xsi:type="dcterms:W3CDTF">2016-02-12T20:03:04Z</dcterms:created>
  <dcterms:modified xsi:type="dcterms:W3CDTF">2016-02-20T21:56:29Z</dcterms:modified>
</cp:coreProperties>
</file>